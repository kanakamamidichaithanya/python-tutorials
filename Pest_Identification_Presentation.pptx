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Pest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overview of pest identification methods and types.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Pest Identification?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Pest identification is the process of determining the type of pest causing damage to plants, crops, or stored goods.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Pest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 identification helps in selecting the correct control measures and reducing damage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main types of pests include insects, rodents, birds, and weeds.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Pests</a:t>
            </a:r>
          </a:p>
        </p:txBody>
      </p:sp>
      <p:pic>
        <p:nvPicPr>
          <p:cNvPr id="3" name="Picture 2" descr="pes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Insect Pests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Insects are the most common pests and include aphids, beetles, caterpillars,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Rodent Pests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Rodents like rats and mice can cause significant damage to crops and stored products.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Weed Pests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Weeds compete with crops for nutrients, water, and light, reducing agricultural productivity.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Bird Pests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Birds can cause severe damage to crops by feeding on seeds and fruits.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Pest Control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control methods include chemical pesticides, biological control, and integrated pest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Pests: 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Identification can be done using traps, visual inspection, and using apps for automated recognition.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pest identification is crucial for minimizing damage and ensuring sustainable agriculture.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