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FA6A65-6399-D756-3246-6E79DB4ED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DAA2C0-2405-D85E-818F-47449AFA05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66D0A-0122-B33F-6EDA-C60D118CDE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5FF5C2-1A59-57CC-2AF3-6926E69D5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249975-2770-E845-E1B0-B4EF550AF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42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594E1-0576-CA33-B2A7-F54D13B1D7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F914E0-3D10-429D-0B4A-E65015BD9A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BEE31C-3FA4-B8DA-7392-BC4015EFC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2684C-78A5-49F3-DFFB-D38EB927B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97385-61D4-6DD4-80D6-EACF360A9E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96654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E2635-58D4-3575-0CCE-EA40FC1D0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40CCD1-53BD-97DF-5FE9-95F6AB3D8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17231-FB1F-2BCD-D2E9-065A078B3B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3B123C-7095-40B7-A0DE-259EFDC08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590A52-A63A-0FF1-2D68-53CD856A8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1368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0C7B6-4A87-856D-264B-063F191B1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A5F9A-96C4-3023-5744-9A24A138DE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2C4E8-D59D-81AB-0668-E136A1320F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70D1F79-6846-32C3-2ECB-893E115334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83426-DB7A-AADE-1ED1-429672150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5A754C-AD7E-245F-B46A-B1260C8DF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10050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2703F-277D-0E71-5204-36AAF93CA8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C88BD4-2F5C-D9C2-F260-A92888C810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79E4A75-85A8-D6A7-BC6C-7741E4628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49B02C-1EF3-339A-3330-232ED5F9D76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B45769-C926-7786-EB2D-D964BAD197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779B902-5B9E-5778-8E15-89001C024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F0F45A5-72A6-702D-44FC-1E46476045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CE6E6E3-3E36-3C75-E4C0-BA57FF460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117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65272-9C8A-D11C-D256-BA0750359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A96BED-A3E9-054D-FB17-E18EE6E83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FC7103D-541D-9B81-2F3F-99C861574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BACC6-D801-EEEF-B94A-25E1C197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65400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2A7805-0975-ED88-B1F4-D72805E25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81A694F-7EB3-47F6-590D-590037A4D5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8A7A3-3735-12FA-B2B9-183A2E6E5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99781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A2FEDF-C369-5A95-0E98-E281AB14F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0FB38-9DB6-0458-581D-C35E06618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5A8DA0-EE46-7697-0001-880AD8DE9C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9C9321-0B76-3EA6-40D2-186750A7FF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156F83-F722-9C0C-2F85-E06DAFCB6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85BE95-F74F-6280-0C6B-ABC21106D9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29862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6E493-C3FA-1850-E648-9D0FD6E7B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8504D4-1C40-9CC7-7EB8-23093EE5F2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D3BA9D-A1B4-8AB9-D3BC-CC6B01992EE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55F37-3FC7-D688-C090-085CC6881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E937A6-D362-20A7-6158-77A550B01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558CB5-FAFF-09C2-3971-73D90530E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6908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3B1A9-0BCA-29DB-BFBD-6AD4DF6627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9142F0-32C5-3650-F86F-08BCA459CB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F7F3C-EC6B-7B85-A920-056CAD13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EC33DB-D7EF-3C9B-19B6-40D1BAE3E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22BE58-BBBB-42D4-36C9-A0C7CFCE8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15852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2EA7FD8-8119-4E06-7D1D-9E62B8EBB7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F9B8AB-98AF-1138-584B-DDF47A87C8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0762A6-037B-B328-499A-6D3AC556E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091D5-EF15-E907-D66F-E3B5849D1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DB99B6-46E1-CFB4-6C5A-54FF7B13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830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9F5B6C3-01F8-4CBE-8316-3C6AE4F96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1E4872-8C19-85AD-7518-46558A679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212DF-CE2D-23A4-45B2-E971DB7CC7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3E36FE-0D80-4080-B279-B7432671F525}" type="datetimeFigureOut">
              <a:rPr lang="en-IN" smtClean="0"/>
              <a:t>14-11-2024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00C64-3580-750C-FDAD-E4B678EADB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32A3A1-5888-572D-EFFE-5ECF9BBFF6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CBDB68-D46A-49CA-9498-4FB9C4E39D1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8457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1DBEF-EB05-2D93-3463-32F9348B69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EE38B9C-795F-A6DB-C8BD-BA88917CCC1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5E836A30-1A79-04DF-81AA-C953C97742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1465500"/>
            <a:ext cx="3048000" cy="712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357372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kanakamamidi praneeth</dc:creator>
  <cp:lastModifiedBy>kanakamamidi praneeth</cp:lastModifiedBy>
  <cp:revision>1</cp:revision>
  <dcterms:created xsi:type="dcterms:W3CDTF">2024-11-14T04:52:48Z</dcterms:created>
  <dcterms:modified xsi:type="dcterms:W3CDTF">2024-11-14T04:53:03Z</dcterms:modified>
</cp:coreProperties>
</file>